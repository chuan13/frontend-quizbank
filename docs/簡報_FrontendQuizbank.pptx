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6020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0"/>
            <a:ext cx="1856232" cy="68580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10835640" y="914400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10835640" y="9144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835640" y="2240280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835640" y="2240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📚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0835640" y="3566160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10835640" y="3566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📥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0835640" y="4892040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10835640" y="4892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⚙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PROJECT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18288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Quizbank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822960" y="2971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前端題庫刷題系統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296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純前端  ·  IndexedDB 本機資料庫  ·  單頁應用（SPA）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1248" y="4526280"/>
            <a:ext cx="8686800" cy="0"/>
          </a:xfrm>
          <a:prstGeom prst="line">
            <a:avLst/>
          </a:prstGeom>
          <a:noFill/>
          <a:ln w="12700">
            <a:solidFill>
              <a:srgbClr val="3A3A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1400" dirty="0">
                <a:solidFill>
                  <a:srgbClr val="ECEFF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第一組</a:t>
            </a:r>
            <a:r>
              <a:rPr lang="en-US" sz="1400" dirty="0">
                <a:solidFill>
                  <a:srgbClr val="ECEFF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   </a:t>
            </a:r>
            <a:r>
              <a:rPr lang="zh-TW" altLang="en-US" sz="1400" dirty="0">
                <a:solidFill>
                  <a:srgbClr val="9AA0B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組員：</a:t>
            </a:r>
            <a:r>
              <a:rPr lang="zh-TW" altLang="zh-TW" sz="1400" dirty="0">
                <a:solidFill>
                  <a:srgbClr val="9AA0B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簡嘉佑、石驥惟、李詮彥、邱美綺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" y="5120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線上</a:t>
            </a:r>
            <a:r>
              <a:rPr lang="zh-TW" altLang="en-US" sz="13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試用</a:t>
            </a:r>
            <a:r>
              <a:rPr lang="en-US" sz="13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</a:t>
            </a:r>
            <a:r>
              <a:rPr lang="en-US" sz="13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https://chuan13.github.io/frontend-</a:t>
            </a:r>
            <a:r>
              <a:rPr lang="en-US" sz="1300" dirty="0" err="1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quizbank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64B5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報告大綱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965960" y="18013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系統簡介與目標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65960" y="2258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我們解決什麼問題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446520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589520" y="18013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系統需求規格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589520" y="2258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五大需求項目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822960" y="3108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1965960" y="32186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功能展示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965960" y="36758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四大模組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301752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446520" y="3108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7589520" y="32186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技術架構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589520" y="36758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· IndexedDB · 模組化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4348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822960" y="4526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1965960" y="4636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系統設計模型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965960" y="50932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· Use Case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44348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6446520" y="4526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7589520" y="4636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資安、部署與成果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589520" y="50932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取捨與總結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｜ 期末分組報告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64B5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系統簡介與目標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我們解決的問題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市面刷題工具常需註冊、連網或付費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自建題庫逐題輸入耗時、難維護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錯題複習功能往往不夠彈性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1C7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我們的解法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75488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純前端、免後端，開啟即用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一鍵批次匯入題庫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資料存本機 IndexedDB，不外流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2C2C46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6446520" y="1764792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多模式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29600" y="18013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出題策略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0" y="23134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未答 / 錯題 / 隨機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310896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2C2C46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446520" y="3273552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量化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29600" y="33101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學習成效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0" y="38221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逐題記錄答對 / 答錯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461772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2C2C46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6446520" y="4782312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完整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229600" y="48188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題庫管理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0" y="53309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 / 編輯 / 匯入 / 維護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｜ 期末分組報告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64B5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系統需求規格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REQUIREMENT AREAS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084832" cy="3931920"/>
          </a:xfrm>
          <a:prstGeom prst="roundRect">
            <a:avLst>
              <a:gd name="adj" fmla="val 3509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4B5F6"/>
                </a:solidFill>
              </a:rPr>
              <a:t>①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49808" y="315468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系統名稱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51560" y="3977640"/>
            <a:ext cx="1261872" cy="0"/>
          </a:xfrm>
          <a:prstGeom prst="line">
            <a:avLst/>
          </a:prstGeom>
          <a:noFill/>
          <a:ln w="1905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804672" y="411480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前端題庫刷題系統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889504" y="1920240"/>
            <a:ext cx="2084832" cy="3931920"/>
          </a:xfrm>
          <a:prstGeom prst="roundRect">
            <a:avLst>
              <a:gd name="adj" fmla="val 3509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889504" y="219456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1C784"/>
                </a:solidFill>
              </a:rPr>
              <a:t>②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999232" y="315468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功能性需求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300984" y="3977640"/>
            <a:ext cx="1261872" cy="0"/>
          </a:xfrm>
          <a:prstGeom prst="line">
            <a:avLst/>
          </a:prstGeom>
          <a:noFill/>
          <a:ln w="1905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3054096" y="411480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測驗 · 題庫管理 · JSON 匯入 · 狀態維護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138928" y="1920240"/>
            <a:ext cx="2084832" cy="3931920"/>
          </a:xfrm>
          <a:prstGeom prst="roundRect">
            <a:avLst>
              <a:gd name="adj" fmla="val 3509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138928" y="219456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B74D"/>
                </a:solidFill>
              </a:rPr>
              <a:t>③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5248656" y="315468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UI/UX 設計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550408" y="3977640"/>
            <a:ext cx="1261872" cy="0"/>
          </a:xfrm>
          <a:prstGeom prst="line">
            <a:avLst/>
          </a:prstGeom>
          <a:noFill/>
          <a:ln w="19050">
            <a:solidFill>
              <a:srgbClr val="FFB74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303520" y="411480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RWD · 深色主題 · 卡片式 · SPA 切換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88352" y="1920240"/>
            <a:ext cx="2084832" cy="3931920"/>
          </a:xfrm>
          <a:prstGeom prst="roundRect">
            <a:avLst>
              <a:gd name="adj" fmla="val 3509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7388352" y="219456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2A5F5"/>
                </a:solidFill>
              </a:rPr>
              <a:t>④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7498080" y="315468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技術規格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799832" y="3977640"/>
            <a:ext cx="1261872" cy="0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7552944" y="411480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HTML5/CSS3/ES6+ · IndexedDB · 原生 JS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637776" y="1920240"/>
            <a:ext cx="2084832" cy="3931920"/>
          </a:xfrm>
          <a:prstGeom prst="roundRect">
            <a:avLst>
              <a:gd name="adj" fmla="val 3509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9637776" y="219456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57373"/>
                </a:solidFill>
              </a:rPr>
              <a:t>⑤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9747504" y="315468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資安要求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0049256" y="3977640"/>
            <a:ext cx="1261872" cy="0"/>
          </a:xfrm>
          <a:prstGeom prst="line">
            <a:avLst/>
          </a:prstGeom>
          <a:noFill/>
          <a:ln w="19050">
            <a:solidFill>
              <a:srgbClr val="E5737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9802368" y="411480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輸入驗證 · XSS 跳脫 · 資料最小化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｜ 期末分組報告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64B5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功能模組總覽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FOUR MODULES · ONE QuizDB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914400" y="2148840"/>
            <a:ext cx="1097280" cy="1097280"/>
          </a:xfrm>
          <a:prstGeom prst="roundRect">
            <a:avLst>
              <a:gd name="adj" fmla="val 15000"/>
            </a:avLst>
          </a:prstGeom>
          <a:solidFill>
            <a:srgbClr val="2C2C46"/>
          </a:solidFill>
          <a:ln w="1905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📝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240280" y="2194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測驗 Quiz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240280" y="27432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出題設定、抽題、作答、即時回饋與統計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537960" y="2148840"/>
            <a:ext cx="1097280" cy="1097280"/>
          </a:xfrm>
          <a:prstGeom prst="roundRect">
            <a:avLst>
              <a:gd name="adj" fmla="val 15000"/>
            </a:avLst>
          </a:prstGeom>
          <a:solidFill>
            <a:srgbClr val="2C2C46"/>
          </a:solidFill>
          <a:ln w="1905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537960" y="2148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📚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863840" y="2194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81C7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題庫管理 Bank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863840" y="27432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查看、篩選、排序、編輯、UI 新增題目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862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914400" y="4297680"/>
            <a:ext cx="1097280" cy="1097280"/>
          </a:xfrm>
          <a:prstGeom prst="roundRect">
            <a:avLst>
              <a:gd name="adj" fmla="val 15000"/>
            </a:avLst>
          </a:prstGeom>
          <a:solidFill>
            <a:srgbClr val="2C2C46"/>
          </a:solidFill>
          <a:ln w="19050">
            <a:solidFill>
              <a:srgbClr val="FFB74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914400" y="42976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📥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2240280" y="43434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B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 匯入 Importer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2240280" y="48920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檔案上傳或貼上文字，批次匯入題庫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63640" y="38862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6537960" y="4297680"/>
            <a:ext cx="1097280" cy="1097280"/>
          </a:xfrm>
          <a:prstGeom prst="roundRect">
            <a:avLst>
              <a:gd name="adj" fmla="val 15000"/>
            </a:avLst>
          </a:prstGeom>
          <a:solidFill>
            <a:srgbClr val="2C2C46"/>
          </a:solidFill>
          <a:ln w="19050">
            <a:solidFill>
              <a:srgbClr val="E5737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6537960" y="42976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⚙️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7863840" y="43434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573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狀態與維護 Maint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863840" y="48920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資料庫統計、清空錯題、清空全部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｜ 期末分組報告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64B5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測驗 Quiz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DETAIL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6766560" cy="4251960"/>
          </a:xfrm>
          <a:prstGeom prst="roundRect">
            <a:avLst>
              <a:gd name="adj" fmla="val 1720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主要功能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6309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出題範圍：全部題庫 / 指定單一題庫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三種出題模式：未答優先、錯題優先、完全隨機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單選作答，送出後即時回饋（綠對 / 紅錯）並顯示詳解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依選項 order 決定隨機或固定排序，作答後更新統計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35240" y="1783080"/>
            <a:ext cx="3913632" cy="4251960"/>
          </a:xfrm>
          <a:prstGeom prst="roundRect">
            <a:avLst>
              <a:gd name="adj" fmla="val 1869"/>
            </a:avLst>
          </a:prstGeom>
          <a:solidFill>
            <a:srgbClr val="2C2C46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7909560" y="2011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主要資料操作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09560" y="256032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QuizDB.getAll()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QuizDB.updateStats(id, ok)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09560" y="4709160"/>
            <a:ext cx="3383280" cy="0"/>
          </a:xfrm>
          <a:prstGeom prst="line">
            <a:avLst/>
          </a:prstGeom>
          <a:noFill/>
          <a:ln w="12700">
            <a:solidFill>
              <a:srgbClr val="3A3A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7909560" y="48463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所有模組共用 QuizDB 資料層，操作同一個 IndexedDB。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｜ 期末分組報告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64B5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 題庫管理 Bank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DETAIL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6766560" cy="4251960"/>
          </a:xfrm>
          <a:prstGeom prst="roundRect">
            <a:avLst>
              <a:gd name="adj" fmla="val 1720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1C7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主要功能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6309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題目列表：顯示題庫、題號、預覽與答對 / 答錯統計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可依題庫篩選，依題號或錯題次數排序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彈窗編輯題目、選項、正確答案與詳解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新增單題（可建新題庫、連續新增）、一鍵複製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35240" y="1783080"/>
            <a:ext cx="3913632" cy="4251960"/>
          </a:xfrm>
          <a:prstGeom prst="roundRect">
            <a:avLst>
              <a:gd name="adj" fmla="val 1869"/>
            </a:avLst>
          </a:prstGeom>
          <a:solidFill>
            <a:srgbClr val="2C2C46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7909560" y="2011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主要資料操作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09560" y="256032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QuizDB.getAll()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QuizDB.add(...)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QuizDB.update(id, patch)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QuizDB.getBanks()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09560" y="4709160"/>
            <a:ext cx="3383280" cy="0"/>
          </a:xfrm>
          <a:prstGeom prst="line">
            <a:avLst/>
          </a:prstGeom>
          <a:noFill/>
          <a:ln w="12700">
            <a:solidFill>
              <a:srgbClr val="3A3A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7909560" y="48463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所有模組共用 QuizDB 資料層，操作同一個 IndexedDB。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｜ 期末分組報告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64B5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📥  JSON 匯入 Importer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DETAIL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6766560" cy="4251960"/>
          </a:xfrm>
          <a:prstGeom prst="roundRect">
            <a:avLst>
              <a:gd name="adj" fmla="val 1720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主要功能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6309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兩種來源：檔案上傳（.json）或貼上文字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匯入前驗證 JSON 格式（須為陣列），格式錯誤即攔截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可選既有題庫或建立新題庫，自動以檔名帶入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批次寫入並自動接續題號，完成後回報匯入題數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35240" y="1783080"/>
            <a:ext cx="3913632" cy="4251960"/>
          </a:xfrm>
          <a:prstGeom prst="roundRect">
            <a:avLst>
              <a:gd name="adj" fmla="val 1869"/>
            </a:avLst>
          </a:prstGeom>
          <a:solidFill>
            <a:srgbClr val="2C2C46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7909560" y="2011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主要資料操作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09560" y="256032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QuizDB.addBatch(items, bank)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QuizDB.getBanks()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09560" y="4709160"/>
            <a:ext cx="3383280" cy="0"/>
          </a:xfrm>
          <a:prstGeom prst="line">
            <a:avLst/>
          </a:prstGeom>
          <a:noFill/>
          <a:ln w="12700">
            <a:solidFill>
              <a:srgbClr val="3A3A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7909560" y="48463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所有模組共用 QuizDB 資料層，操作同一個 IndexedDB。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｜ 期末分組報告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64B5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狀態與維護 Maint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DETAIL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6766560" cy="4251960"/>
          </a:xfrm>
          <a:prstGeom prst="roundRect">
            <a:avLst>
              <a:gd name="adj" fmla="val 1720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73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主要功能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6309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資料庫統計：總題數、題庫數、累計答對 / 答錯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列出各題庫題數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清空所有錯題紀錄（fail 歸零，題目保留）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清空整個資料庫（二次確認，避免誤刪）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35240" y="1783080"/>
            <a:ext cx="3913632" cy="4251960"/>
          </a:xfrm>
          <a:prstGeom prst="roundRect">
            <a:avLst>
              <a:gd name="adj" fmla="val 1869"/>
            </a:avLst>
          </a:prstGeom>
          <a:solidFill>
            <a:srgbClr val="2C2C46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7909560" y="2011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主要資料操作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09560" y="256032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QuizDB.getAll()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QuizDB.resetAllFails()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QuizDB.clearAll()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09560" y="4709160"/>
            <a:ext cx="3383280" cy="0"/>
          </a:xfrm>
          <a:prstGeom prst="line">
            <a:avLst/>
          </a:prstGeom>
          <a:noFill/>
          <a:ln w="12700">
            <a:solidFill>
              <a:srgbClr val="3A3A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7909560" y="48463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所有模組共用 QuizDB 資料層，操作同一個 IndexedDB。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｜ 期末分組報告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64B5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技術架構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6766560" cy="640080"/>
          </a:xfrm>
          <a:prstGeom prst="roundRect">
            <a:avLst>
              <a:gd name="adj" fmla="val 11429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使用者（瀏覽器）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B5F6"/>
                </a:solidFill>
              </a:rPr>
              <a:t>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6766560" cy="640080"/>
          </a:xfrm>
          <a:prstGeom prst="roundRect">
            <a:avLst>
              <a:gd name="adj" fmla="val 11429"/>
            </a:avLst>
          </a:prstGeom>
          <a:solidFill>
            <a:srgbClr val="24243B"/>
          </a:solidFill>
          <a:ln w="1905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 · app.css · app.js（單頁應用 SPA）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B5F6"/>
                </a:solidFill>
              </a:rPr>
              <a:t>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2C2C46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77440" y="356616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2C2C46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2377440" y="3566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0" y="356616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2C2C46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114800" y="3566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52160" y="356616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2C2C46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5852160" y="3566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2519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B5F6"/>
                </a:solidFill>
              </a:rPr>
              <a:t>▼ 　共用資料層 QuizDB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6766560" cy="640080"/>
          </a:xfrm>
          <a:prstGeom prst="roundRect">
            <a:avLst>
              <a:gd name="adj" fmla="val 11429"/>
            </a:avLst>
          </a:prstGeom>
          <a:solidFill>
            <a:srgbClr val="24243B"/>
          </a:solidFill>
          <a:ln w="19050">
            <a:solidFill>
              <a:srgbClr val="FFB74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640080" y="45720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QuizDB 資料層（Promise 封裝）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52120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B5F6"/>
                </a:solidFill>
              </a:rPr>
              <a:t>▼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011680" y="553212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42A5F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2011680" y="5532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（瀏覽器本機）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635240" y="1645920"/>
            <a:ext cx="3913632" cy="4526280"/>
          </a:xfrm>
          <a:prstGeom prst="roundRect">
            <a:avLst>
              <a:gd name="adj" fmla="val 1869"/>
            </a:avLst>
          </a:prstGeom>
          <a:solidFill>
            <a:srgbClr val="2C2C46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7909560" y="18745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技術要點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09560" y="2331720"/>
            <a:ext cx="34290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 JavaScript，無前端框架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 / ES6+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IIFE 模組化封裝，避免命名衝突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以 Promise / async-await 封裝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陣列處理用 map / filter / reduce / find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小駝峰命名、中文註解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｜ 期末分組報告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64B5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IndexedDB 資料設計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DESIGN · QuizDB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為什麼選 IndexedDB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4983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純前端要保存大量結構化題庫，localStorage 容量小、且只能存字串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IndexedDB：容量大、可直接存 JavaScript 物件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非同步存取，大量讀寫不阻塞畫面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支援索引（index），篩選與排序更有效率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資料留存本機，重整或關閉瀏覽器後不遺失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285232" cy="4343400"/>
          </a:xfrm>
          <a:prstGeom prst="roundRect">
            <a:avLst>
              <a:gd name="adj" fmla="val 1684"/>
            </a:avLst>
          </a:prstGeom>
          <a:solidFill>
            <a:srgbClr val="2C2C46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537960" y="19385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1C7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資料結構與存取層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23957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Store：</a:t>
            </a:r>
            <a:r>
              <a:rPr lang="en-US" sz="1250" b="1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</a:t>
            </a:r>
            <a:r>
              <a:rPr lang="en-US" sz="12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（keyPath: id 自動遞增）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27432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索引 index：</a:t>
            </a:r>
            <a:r>
              <a:rPr lang="en-US" sz="1150" dirty="0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questionBank · questionNumber · correct · fail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37960" y="3246120"/>
            <a:ext cx="4754880" cy="0"/>
          </a:xfrm>
          <a:prstGeom prst="line">
            <a:avLst/>
          </a:prstGeom>
          <a:noFill/>
          <a:ln w="12700">
            <a:solidFill>
              <a:srgbClr val="3A3A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537960" y="33101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QuizDB 資料層　— 以 Promise 封裝原生 API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3730752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3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init() · getAll() · getBanks()</a:t>
            </a:r>
            <a:endParaRPr lang="en-US" sz="13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add() · addBatch()</a:t>
            </a:r>
            <a:endParaRPr lang="en-US" sz="13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update() · updateStats()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resetAllFails() · clearAll()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54406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四個模組共用同一個資料庫，任一模組寫入，其他模組即時可見。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｜ 期末分組報告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64B5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系統設計模型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DIAGRAMS · DRAW.IO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｜ 期末分組報告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57DB6E1-20E7-35DE-42A1-174F358F3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925" y="1206683"/>
            <a:ext cx="7518150" cy="51212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64B5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資安設計與取捨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1C7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已落實之防護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4983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匯入前驗證格式（須為陣列），錯誤即攔截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輸入回填 HTML 屬性時 escapeAttr() 跳脫，防 XSS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破壞性操作採確認對話框（清空全部二次確認）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資料僅存本機、不上傳、不蒐集個資（資料最小化）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285232" cy="4343400"/>
          </a:xfrm>
          <a:prstGeom prst="roundRect">
            <a:avLst>
              <a:gd name="adj" fmla="val 1684"/>
            </a:avLst>
          </a:prstGeom>
          <a:solidFill>
            <a:srgbClr val="2C2C46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53796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B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⊘  </a:t>
            </a:r>
            <a:r>
              <a:rPr lang="en-US" sz="1700" b="1" dirty="0" err="1">
                <a:solidFill>
                  <a:srgbClr val="FFB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因架構而不適用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2468880"/>
            <a:ext cx="4800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Command Injection：無後端與 SQL，使用 IndexedDB 物件存取，無注入面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密碼政策 / Cookie HttpOnly：無帳號登入、不存密碼或 Token，故不適用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4663440"/>
            <a:ext cx="4754880" cy="0"/>
          </a:xfrm>
          <a:prstGeom prst="line">
            <a:avLst/>
          </a:prstGeom>
          <a:noFill/>
          <a:ln w="12700">
            <a:solidFill>
              <a:srgbClr val="3A3A55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2" name="Text 10"/>
          <p:cNvSpPr/>
          <p:nvPr/>
        </p:nvSpPr>
        <p:spPr>
          <a:xfrm>
            <a:off x="1005840" y="483489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🛡  </a:t>
            </a:r>
            <a:r>
              <a:rPr lang="en-US" sz="1500" b="1" dirty="0" err="1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部署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5315766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 err="1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託管平台啟用</a:t>
            </a:r>
            <a:r>
              <a:rPr lang="en-US" sz="13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HTTPS。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｜ 期末分組報告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64B5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部署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 · GITHUB PAGES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部署方式：GitHub Pages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chuan13.github.io/frontend-quizbank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純靜態網站，推送即自動發佈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僅三個檔案：index.html / app.css / app.js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無需建置流程、無伺服器與資料庫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免費託管，並提供 HTTPS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2C2C46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44652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部署流程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92240" y="2651760"/>
            <a:ext cx="502920" cy="502920"/>
          </a:xfrm>
          <a:prstGeom prst="ellipse">
            <a:avLst/>
          </a:prstGeom>
          <a:solidFill>
            <a:srgbClr val="FFB74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4922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78040" y="260604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推送程式碼到 GitHub Repository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92240" y="3520440"/>
            <a:ext cx="502920" cy="502920"/>
          </a:xfrm>
          <a:prstGeom prst="ellipse">
            <a:avLst/>
          </a:prstGeom>
          <a:solidFill>
            <a:srgbClr val="FFB74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49224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78040" y="347472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Pages 選定發佈分支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4389120"/>
            <a:ext cx="502920" cy="502920"/>
          </a:xfrm>
          <a:prstGeom prst="ellipse">
            <a:avLst/>
          </a:prstGeom>
          <a:solidFill>
            <a:srgbClr val="FFB74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49224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78040" y="434340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自動建置並發佈，取得 HTTPS 網址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6520" y="53492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純前端三檔，部署近乎零成本；資料存於使用者瀏覽器，伺服器端不留任何資料。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｜ 期末分組報告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64B5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成果總結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功能模組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3383280" y="20574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81C7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338328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單頁 SPA / 3 檔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126480" y="20574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B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612648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後端伺服器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69680" y="182880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24243B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869680" y="20574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E573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886968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本機資料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10881360" cy="1783080"/>
          </a:xfrm>
          <a:prstGeom prst="roundRect">
            <a:avLst>
              <a:gd name="adj" fmla="val 4103"/>
            </a:avLst>
          </a:prstGeom>
          <a:solidFill>
            <a:srgbClr val="2C2C46"/>
          </a:solidFill>
          <a:ln w="12700">
            <a:solidFill>
              <a:srgbClr val="3A3A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14400" y="44805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B5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重點回顧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93776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完成測驗、題庫管理、JSON 匯入、狀態維護四大功能，共用單一 IndexedDB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 err="1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提供完整需求規格書與設計</a:t>
            </a:r>
            <a:r>
              <a:rPr lang="zh-TW" alt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</a:t>
            </a: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Quizbank ｜ 期末分組報告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2191695" cy="36576"/>
          </a:xfrm>
          <a:prstGeom prst="rect">
            <a:avLst/>
          </a:prstGeom>
          <a:solidFill>
            <a:srgbClr val="3A3A5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CEF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kern="0" spc="400" dirty="0">
                <a:solidFill>
                  <a:srgbClr val="64B5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&amp; 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chuan13.github.io/frontend-quizbank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34924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12648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📥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90372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68096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️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850</Words>
  <Application>Microsoft Office PowerPoint</Application>
  <PresentationFormat>寬螢幕</PresentationFormat>
  <Paragraphs>260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2" baseType="lpstr">
      <vt:lpstr>微軟正黑體</vt:lpstr>
      <vt:lpstr>Arial</vt:lpstr>
      <vt:lpstr>Calibri</vt:lpstr>
      <vt:lpstr>Consolas</vt:lpstr>
      <vt:lpstr>Trebuchet MS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期末報告 — Frontend Quizbank</dc:title>
  <dc:subject>PptxGenJS Presentation</dc:subject>
  <dc:creator>Frontend Quizbank Team</dc:creator>
  <cp:lastModifiedBy>李詮彥</cp:lastModifiedBy>
  <cp:revision>7</cp:revision>
  <dcterms:created xsi:type="dcterms:W3CDTF">2026-06-02T13:58:29Z</dcterms:created>
  <dcterms:modified xsi:type="dcterms:W3CDTF">2026-06-07T08:37:23Z</dcterms:modified>
</cp:coreProperties>
</file>